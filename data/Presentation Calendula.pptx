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63" r:id="rId3"/>
    <p:sldId id="262" r:id="rId4"/>
    <p:sldId id="261" r:id="rId5"/>
    <p:sldId id="265" r:id="rId6"/>
    <p:sldId id="266" r:id="rId7"/>
    <p:sldId id="267" r:id="rId8"/>
    <p:sldId id="268" r:id="rId9"/>
    <p:sldId id="260" r:id="rId1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A824"/>
    <a:srgbClr val="F27B16"/>
    <a:srgbClr val="FBF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37"/>
  </p:normalViewPr>
  <p:slideViewPr>
    <p:cSldViewPr snapToGrid="0">
      <p:cViewPr>
        <p:scale>
          <a:sx n="58" d="100"/>
          <a:sy n="58" d="100"/>
        </p:scale>
        <p:origin x="2560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16D95F-E5F7-B04C-B83E-D39681ED251F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3C85AC-384A-3440-87BF-83555C38F2D0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624711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3C85AC-384A-3440-87BF-83555C38F2D0}" type="slidenum">
              <a:rPr lang="en-DE" smtClean="0"/>
              <a:t>9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23658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16731-25D8-9D6B-BEE7-DA0DF7EF8C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84E0BE-288E-CE4A-B818-FF0A0DF992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E6674C-6E6B-93E6-1A30-52DAD4E48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E046E9-4272-B74A-02B2-674C5C8BB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4063F-27C9-1B20-7F5D-CC2CDD7A1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148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3E0F5-CBD3-CCF3-80F0-664E19FE2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20B8A-77E5-0D18-179E-C35A35445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0C52F-04FC-3247-5741-0051AC59E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226B0-87BC-BDE7-7503-6C552CAD2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3408D-B0D0-A63A-7797-451888F70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79768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53A71-AF39-1FE8-92A7-D7A3360F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39C68-7417-1FB9-6022-46A22F8E1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C7CA0-E1D3-45B7-679C-465FFC35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C54E9F-8165-6743-FF6C-06590FED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B20AB-4F12-84AF-0781-A676CE9F8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6944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88D91-CBF6-4224-5C71-B5B4E224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85E4-2436-AFDC-DD3B-7CA7A49137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7100C-0FD1-AEB6-FB6B-40549472A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A8EF7-BE37-A782-3275-4F51CBAE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13F93-CA36-D9FF-6859-AE6F24699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E9382-3A84-C0A7-1BBC-5AB922B4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98207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F50DA-E8F0-D467-D125-8EF99E72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88B4C3-9698-943C-84EF-7E0AC82A81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0625A-DE08-7A4E-15C7-AB5CAD7D3E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6AF85-E43C-6D67-E877-80A7512C13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1445A0-53B1-701E-80D4-9F5360876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92A040-6F2C-27E7-8D8F-4C26EDA7A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42DDA5-DD8C-51AB-0C4E-8FD2F907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682F9-ACFD-CA34-E205-25BC1B907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3463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B8D24-6837-B217-338D-80BB09C12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490F2C-9AEF-5B3D-FFB3-D163CD8F5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65B7F1-1B7E-F234-3055-02439E752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FD506-6627-23E1-F1D2-3C9E47F5B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8912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3ECB2A-6BD6-A18D-A85F-E4416BAC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B4BD0-8F93-D5EC-7FD5-5DCFC3415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C440-7AB1-35F9-4D07-0F2AE0F53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8052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E2EFE-ED0E-3A92-7BEC-B29D14B3B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B9A-4B63-58C4-F14B-D1B6D7540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5A431-E510-4716-F453-4C7E38128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068310-7F8B-CFF1-5094-E7B08D6C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1EC94-03E8-6CED-41AB-8CB2E3773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FEE43-39CB-8C70-389D-CF05E7E0F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37629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C493-8EB8-2A4E-D9BD-1E2132645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38EE6-F1F7-4124-3535-506D845790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39CFC-6C74-912D-A3FA-E67B90480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D2DD99-C0D1-91D2-1CFC-0136824D4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8644F-72AC-2530-EA09-ADAB45C8A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59957-A81E-29F3-2315-C451C6FC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60367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1FAD-4619-0D78-C3AF-8FB8C6D9C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53DC2C-5A84-AFC1-82A9-731B9AE20A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79E71-C05C-1128-9266-5AFA62500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26789-3164-92D5-2D56-D5EC2AFB8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23488-0177-60AB-7F0C-59B2845EE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59596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98CCB7-1E11-AF60-835B-45AE97DCFD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76531-2296-82FB-D827-A9EF691F0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7EE0D-9411-6E15-D1A2-A13896F76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50CA5F-4FAF-25C4-6189-C92196553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84255-9DA9-49D2-376C-12337E30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58107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BF28BF-878F-64DD-D0C4-5791D70C8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C3606-4F84-976C-1472-28B9F3786A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8A961-D9DF-CBEE-2C7A-9701C6BC4D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E96F2F-98C7-5D49-BDFC-FA8F414435DB}" type="datetimeFigureOut">
              <a:rPr lang="en-DE" smtClean="0"/>
              <a:t>29.09.26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08405-62C5-A140-1942-BE8678C9B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8C0DF2-28E7-8119-1D9D-07AD22BB7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42E5F-3F30-0941-A1E8-D42171EE09CA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8484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E1B99-4F6F-9FDE-73CE-D233DAD07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92B5FB-8BB4-95FE-6330-76477A52AE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9E3C1-D7B9-1CF6-0ED0-86ADB91D9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70" y="963830"/>
            <a:ext cx="4894943" cy="4894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9FA7B6-CA4B-DF46-C3A7-CF961C39DF1D}"/>
              </a:ext>
            </a:extLst>
          </p:cNvPr>
          <p:cNvSpPr txBox="1"/>
          <p:nvPr/>
        </p:nvSpPr>
        <p:spPr>
          <a:xfrm>
            <a:off x="1112108" y="852645"/>
            <a:ext cx="239721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9600" b="1" dirty="0">
                <a:latin typeface="+mj-lt"/>
                <a:ea typeface="Silom" pitchFamily="2" charset="-34"/>
                <a:cs typeface="Silom" pitchFamily="2" charset="-34"/>
              </a:rPr>
              <a:t>Jun</a:t>
            </a:r>
            <a:endParaRPr lang="en-DE" sz="1000" b="1" dirty="0"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EC2BA5-470D-A40F-175A-B516786871A8}"/>
              </a:ext>
            </a:extLst>
          </p:cNvPr>
          <p:cNvSpPr txBox="1"/>
          <p:nvPr/>
        </p:nvSpPr>
        <p:spPr>
          <a:xfrm>
            <a:off x="1754658" y="4613217"/>
            <a:ext cx="3225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9600" b="1" dirty="0">
                <a:latin typeface="+mj-lt"/>
                <a:ea typeface="Silom" pitchFamily="2" charset="-34"/>
                <a:cs typeface="Silom" pitchFamily="2" charset="-34"/>
              </a:rPr>
              <a:t>Kyle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A50F79-AC6E-619B-D2E1-9F84DF5953E3}"/>
              </a:ext>
            </a:extLst>
          </p:cNvPr>
          <p:cNvSpPr txBox="1"/>
          <p:nvPr/>
        </p:nvSpPr>
        <p:spPr>
          <a:xfrm>
            <a:off x="7304901" y="474670"/>
            <a:ext cx="431662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9600" b="1" dirty="0">
                <a:latin typeface="+mj-lt"/>
                <a:ea typeface="Silom" pitchFamily="2" charset="-34"/>
                <a:cs typeface="Silom" pitchFamily="2" charset="-34"/>
              </a:rPr>
              <a:t>Aarnav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C527C1-CFD4-FED3-F913-28BA506CF6E9}"/>
              </a:ext>
            </a:extLst>
          </p:cNvPr>
          <p:cNvSpPr txBox="1"/>
          <p:nvPr/>
        </p:nvSpPr>
        <p:spPr>
          <a:xfrm>
            <a:off x="8011296" y="4003897"/>
            <a:ext cx="322511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9600" b="1" dirty="0">
                <a:latin typeface="+mj-lt"/>
                <a:ea typeface="Silom" pitchFamily="2" charset="-34"/>
                <a:cs typeface="Silom" pitchFamily="2" charset="-34"/>
              </a:rPr>
              <a:t>Luis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EB771-3CF2-432B-FB71-766D1C688116}"/>
              </a:ext>
            </a:extLst>
          </p:cNvPr>
          <p:cNvSpPr txBox="1"/>
          <p:nvPr/>
        </p:nvSpPr>
        <p:spPr>
          <a:xfrm>
            <a:off x="-98882" y="2074621"/>
            <a:ext cx="3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600" b="1" dirty="0">
                <a:solidFill>
                  <a:srgbClr val="F27B16"/>
                </a:solidFill>
                <a:latin typeface="+mj-lt"/>
                <a:ea typeface="Silom" pitchFamily="2" charset="-34"/>
                <a:cs typeface="Silom" pitchFamily="2" charset="-34"/>
              </a:rPr>
              <a:t>Software Engineering</a:t>
            </a:r>
            <a:endParaRPr lang="en-DE" sz="100" b="1" dirty="0">
              <a:solidFill>
                <a:srgbClr val="F27B16"/>
              </a:solidFill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8A92FD-1B08-72E4-4C52-B9860AA0B514}"/>
              </a:ext>
            </a:extLst>
          </p:cNvPr>
          <p:cNvSpPr txBox="1"/>
          <p:nvPr/>
        </p:nvSpPr>
        <p:spPr>
          <a:xfrm>
            <a:off x="3044564" y="5873169"/>
            <a:ext cx="370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600" b="1" dirty="0">
                <a:solidFill>
                  <a:srgbClr val="F27B16"/>
                </a:solidFill>
                <a:latin typeface="+mj-lt"/>
                <a:ea typeface="Silom" pitchFamily="2" charset="-34"/>
                <a:cs typeface="Silom" pitchFamily="2" charset="-34"/>
              </a:rPr>
              <a:t>Data Science</a:t>
            </a:r>
            <a:endParaRPr lang="en-DE" sz="100" b="1" dirty="0">
              <a:solidFill>
                <a:srgbClr val="F27B16"/>
              </a:solidFill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C082CE-E8E5-FB9B-6619-6D374D584F7A}"/>
              </a:ext>
            </a:extLst>
          </p:cNvPr>
          <p:cNvSpPr txBox="1"/>
          <p:nvPr/>
        </p:nvSpPr>
        <p:spPr>
          <a:xfrm>
            <a:off x="8013332" y="1804341"/>
            <a:ext cx="3707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600" b="1" dirty="0">
                <a:solidFill>
                  <a:srgbClr val="F27B16"/>
                </a:solidFill>
                <a:latin typeface="+mj-lt"/>
                <a:ea typeface="Silom" pitchFamily="2" charset="-34"/>
                <a:cs typeface="Silom" pitchFamily="2" charset="-34"/>
              </a:rPr>
              <a:t>Computer Science</a:t>
            </a:r>
            <a:endParaRPr lang="en-DE" sz="100" b="1" dirty="0">
              <a:solidFill>
                <a:srgbClr val="F27B16"/>
              </a:solidFill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BC3FE-D074-EAB5-2516-A79972531731}"/>
              </a:ext>
            </a:extLst>
          </p:cNvPr>
          <p:cNvSpPr txBox="1"/>
          <p:nvPr/>
        </p:nvSpPr>
        <p:spPr>
          <a:xfrm>
            <a:off x="8504217" y="5265807"/>
            <a:ext cx="3707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600" b="1" dirty="0">
                <a:solidFill>
                  <a:srgbClr val="F27B16"/>
                </a:solidFill>
                <a:latin typeface="+mj-lt"/>
                <a:ea typeface="Silom" pitchFamily="2" charset="-34"/>
                <a:cs typeface="Silom" pitchFamily="2" charset="-34"/>
              </a:rPr>
              <a:t>Medicine</a:t>
            </a:r>
            <a:endParaRPr lang="en-DE" sz="100" b="1" dirty="0">
              <a:solidFill>
                <a:srgbClr val="F27B16"/>
              </a:solidFill>
              <a:latin typeface="+mj-lt"/>
              <a:ea typeface="Silom" pitchFamily="2" charset="-34"/>
              <a:cs typeface="Silo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0092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E1517-E8BD-BB0D-4BE4-2E5C195A2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1FD98F7-6FEF-85D1-CB23-A2EA9FCEAE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425F34-D664-E619-512C-847DAAC5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570" y="0"/>
            <a:ext cx="4894943" cy="4894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E8AA57E-2C7A-68F2-69B4-BA09B91A2713}"/>
              </a:ext>
            </a:extLst>
          </p:cNvPr>
          <p:cNvSpPr txBox="1"/>
          <p:nvPr/>
        </p:nvSpPr>
        <p:spPr>
          <a:xfrm>
            <a:off x="0" y="4426069"/>
            <a:ext cx="12191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7200" dirty="0">
                <a:latin typeface="Silom" pitchFamily="2" charset="-34"/>
                <a:ea typeface="Silom" pitchFamily="2" charset="-34"/>
                <a:cs typeface="Silom" pitchFamily="2" charset="-34"/>
              </a:rPr>
              <a:t>CALENDULA</a:t>
            </a:r>
            <a:endParaRPr lang="en-DE" dirty="0">
              <a:latin typeface="Silom" pitchFamily="2" charset="-34"/>
              <a:ea typeface="Silom" pitchFamily="2" charset="-34"/>
              <a:cs typeface="Silom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3A06FB-4502-6C76-FAC2-B1ECC48E8010}"/>
              </a:ext>
            </a:extLst>
          </p:cNvPr>
          <p:cNvSpPr txBox="1"/>
          <p:nvPr/>
        </p:nvSpPr>
        <p:spPr>
          <a:xfrm>
            <a:off x="0" y="5671780"/>
            <a:ext cx="121919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2800" b="1" dirty="0">
                <a:latin typeface="+mj-lt"/>
                <a:ea typeface="Silom" pitchFamily="2" charset="-34"/>
                <a:cs typeface="Silom" pitchFamily="2" charset="-34"/>
              </a:rPr>
              <a:t>M</a:t>
            </a:r>
            <a:r>
              <a:rPr lang="en-GB" sz="2800" b="1" dirty="0">
                <a:latin typeface="+mj-lt"/>
                <a:ea typeface="Silom" pitchFamily="2" charset="-34"/>
                <a:cs typeface="Silom" pitchFamily="2" charset="-34"/>
              </a:rPr>
              <a:t>a</a:t>
            </a:r>
            <a:r>
              <a:rPr lang="en-DE" sz="2800" b="1" dirty="0">
                <a:latin typeface="+mj-lt"/>
                <a:ea typeface="Silom" pitchFamily="2" charset="-34"/>
                <a:cs typeface="Silom" pitchFamily="2" charset="-34"/>
              </a:rPr>
              <a:t>ximizing the Potential of Federated Multiagentic AI for Medical Referral</a:t>
            </a:r>
            <a:endParaRPr lang="en-DE" sz="700" b="1" dirty="0">
              <a:latin typeface="+mj-lt"/>
              <a:ea typeface="Silom" pitchFamily="2" charset="-34"/>
              <a:cs typeface="Silo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666621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D3A9-93B9-B204-3903-F230A2CF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E5D4D50-0B93-A85D-09DB-F4AC02019E6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D3EE8F-A900-B0D3-BC99-3BEAF072E7C0}"/>
              </a:ext>
            </a:extLst>
          </p:cNvPr>
          <p:cNvSpPr txBox="1"/>
          <p:nvPr/>
        </p:nvSpPr>
        <p:spPr>
          <a:xfrm>
            <a:off x="0" y="1843493"/>
            <a:ext cx="121919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7200" b="1" dirty="0">
                <a:solidFill>
                  <a:schemeClr val="bg1"/>
                </a:solidFill>
                <a:latin typeface="+mj-lt"/>
                <a:ea typeface="Silom" pitchFamily="2" charset="-34"/>
                <a:cs typeface="Silom" pitchFamily="2" charset="-34"/>
              </a:rPr>
              <a:t>Imagine your child has just been diagnosed with brain cancer</a:t>
            </a:r>
            <a:endParaRPr lang="en-DE" b="1" dirty="0">
              <a:solidFill>
                <a:schemeClr val="bg1"/>
              </a:solidFill>
              <a:latin typeface="+mj-lt"/>
              <a:ea typeface="Silom" pitchFamily="2" charset="-34"/>
              <a:cs typeface="Silom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61755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128FA-B1FB-EA02-01C2-9F47F0F57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F72C555-5372-8811-638A-3DA6D0A891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29DAA6-957D-7D57-130D-FB1069FCC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249" y="2594920"/>
            <a:ext cx="1816442" cy="181644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C48760A-124C-C35B-3B11-C0A924C14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072" y="298882"/>
            <a:ext cx="11043163" cy="62084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3839843-3A47-F76B-AE1E-6407A1CD72B7}"/>
              </a:ext>
            </a:extLst>
          </p:cNvPr>
          <p:cNvSpPr/>
          <p:nvPr/>
        </p:nvSpPr>
        <p:spPr>
          <a:xfrm>
            <a:off x="-6347" y="0"/>
            <a:ext cx="12192000" cy="112679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C1F74C-A1B1-8FDB-0E6B-3789D54786F9}"/>
              </a:ext>
            </a:extLst>
          </p:cNvPr>
          <p:cNvSpPr txBox="1"/>
          <p:nvPr/>
        </p:nvSpPr>
        <p:spPr>
          <a:xfrm>
            <a:off x="729048" y="542014"/>
            <a:ext cx="89092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+mj-lt"/>
                <a:ea typeface="Silom" pitchFamily="2" charset="-34"/>
                <a:cs typeface="Silom" pitchFamily="2" charset="-34"/>
              </a:rPr>
              <a:t>Treatment options matter to the individual</a:t>
            </a:r>
            <a:endParaRPr lang="en-DE" sz="800" b="1" dirty="0">
              <a:latin typeface="+mj-lt"/>
              <a:ea typeface="Silom" pitchFamily="2" charset="-34"/>
              <a:cs typeface="Silom" pitchFamily="2" charset="-3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D8572A-7505-471B-E0E8-765726D7EE4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258499" y="1272746"/>
            <a:ext cx="1027500" cy="988540"/>
          </a:xfrm>
          <a:prstGeom prst="ellipse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DDB6AE-A313-1565-6F94-A1E33A00C6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49764" y="1272746"/>
            <a:ext cx="1027500" cy="988540"/>
          </a:xfrm>
          <a:prstGeom prst="ellipse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795ADC6-6FA7-8B73-21DD-270D9CD6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5523473" y="1272746"/>
            <a:ext cx="1027500" cy="988540"/>
          </a:xfrm>
          <a:prstGeom prst="ellipse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E5828DA-BCAF-5E8E-3533-B92B9EF3E9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4738" y="1272746"/>
            <a:ext cx="1027500" cy="988540"/>
          </a:xfrm>
          <a:prstGeom prst="ellipse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781CD3-0EFB-3FD7-8366-FFC3E4519E2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906001" y="1272746"/>
            <a:ext cx="1027500" cy="98854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45052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EC182-DE73-3A6B-EF85-F052F64CF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A0C7C76-0F5E-F0A5-7EEE-139E7145AB0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1ACB5BE-4E50-D6C0-5A2F-ECD75E86FF18}"/>
              </a:ext>
            </a:extLst>
          </p:cNvPr>
          <p:cNvSpPr/>
          <p:nvPr/>
        </p:nvSpPr>
        <p:spPr>
          <a:xfrm>
            <a:off x="657727" y="1238555"/>
            <a:ext cx="753979" cy="748705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B4230FF-F5AE-F88C-2FCB-BB8442A726C5}"/>
              </a:ext>
            </a:extLst>
          </p:cNvPr>
          <p:cNvSpPr/>
          <p:nvPr/>
        </p:nvSpPr>
        <p:spPr>
          <a:xfrm>
            <a:off x="2702107" y="2823161"/>
            <a:ext cx="385999" cy="383299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0A92613-9017-E00C-D427-8B89D94E776E}"/>
              </a:ext>
            </a:extLst>
          </p:cNvPr>
          <p:cNvSpPr/>
          <p:nvPr/>
        </p:nvSpPr>
        <p:spPr>
          <a:xfrm>
            <a:off x="1133992" y="2628022"/>
            <a:ext cx="582513" cy="57843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1B2418F-36BF-52D4-345F-7C9D57B89078}"/>
              </a:ext>
            </a:extLst>
          </p:cNvPr>
          <p:cNvSpPr/>
          <p:nvPr/>
        </p:nvSpPr>
        <p:spPr>
          <a:xfrm>
            <a:off x="2119594" y="911912"/>
            <a:ext cx="582513" cy="57843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E66ECE-CF2E-C734-7A49-6138947E30F0}"/>
              </a:ext>
            </a:extLst>
          </p:cNvPr>
          <p:cNvSpPr/>
          <p:nvPr/>
        </p:nvSpPr>
        <p:spPr>
          <a:xfrm>
            <a:off x="1926594" y="1965106"/>
            <a:ext cx="385999" cy="383299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EF807EF-A410-C1D8-CC92-D4C5889DAC1B}"/>
              </a:ext>
            </a:extLst>
          </p:cNvPr>
          <p:cNvSpPr/>
          <p:nvPr/>
        </p:nvSpPr>
        <p:spPr>
          <a:xfrm rot="10069226">
            <a:off x="4221272" y="2442597"/>
            <a:ext cx="998718" cy="991732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F1DE02-9FE3-A6CB-C710-FEBBDE1D9075}"/>
              </a:ext>
            </a:extLst>
          </p:cNvPr>
          <p:cNvSpPr/>
          <p:nvPr/>
        </p:nvSpPr>
        <p:spPr>
          <a:xfrm rot="10069226">
            <a:off x="6254484" y="4041137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75190F-B30C-9529-3ADF-D9C68D8F046B}"/>
              </a:ext>
            </a:extLst>
          </p:cNvPr>
          <p:cNvSpPr/>
          <p:nvPr/>
        </p:nvSpPr>
        <p:spPr>
          <a:xfrm rot="10069226">
            <a:off x="3971175" y="3662708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5903A7-10C4-B8D8-2ED9-BF4DCC2A358E}"/>
              </a:ext>
            </a:extLst>
          </p:cNvPr>
          <p:cNvSpPr/>
          <p:nvPr/>
        </p:nvSpPr>
        <p:spPr>
          <a:xfrm rot="10069226">
            <a:off x="5677935" y="2122447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D11ACFC-A662-E435-B1A6-4FEB1C3E9AE4}"/>
              </a:ext>
            </a:extLst>
          </p:cNvPr>
          <p:cNvSpPr/>
          <p:nvPr/>
        </p:nvSpPr>
        <p:spPr>
          <a:xfrm rot="10069226">
            <a:off x="5478971" y="3183082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2F384F6-94AD-3708-CF9E-3F1AA0630592}"/>
              </a:ext>
            </a:extLst>
          </p:cNvPr>
          <p:cNvSpPr/>
          <p:nvPr/>
        </p:nvSpPr>
        <p:spPr>
          <a:xfrm rot="10069226">
            <a:off x="7041181" y="1092399"/>
            <a:ext cx="998718" cy="991732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E4D2F9-99BD-0D3A-9E7E-F2F8394D8592}"/>
              </a:ext>
            </a:extLst>
          </p:cNvPr>
          <p:cNvSpPr/>
          <p:nvPr/>
        </p:nvSpPr>
        <p:spPr>
          <a:xfrm rot="10069226">
            <a:off x="9074393" y="2690939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F5E9E88-00EA-2153-8818-13693992BB8A}"/>
              </a:ext>
            </a:extLst>
          </p:cNvPr>
          <p:cNvSpPr/>
          <p:nvPr/>
        </p:nvSpPr>
        <p:spPr>
          <a:xfrm rot="10069226">
            <a:off x="4378701" y="934936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CAEF11-C69B-1683-05DC-65DEAC28EEFA}"/>
              </a:ext>
            </a:extLst>
          </p:cNvPr>
          <p:cNvSpPr/>
          <p:nvPr/>
        </p:nvSpPr>
        <p:spPr>
          <a:xfrm rot="10069226">
            <a:off x="8497844" y="772249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1AA2737-6A9B-2A0A-2068-CAB9B5520799}"/>
              </a:ext>
            </a:extLst>
          </p:cNvPr>
          <p:cNvSpPr/>
          <p:nvPr/>
        </p:nvSpPr>
        <p:spPr>
          <a:xfrm rot="10069226">
            <a:off x="8298880" y="1832884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C7CDE74-8D5F-1C24-B618-6199B9790489}"/>
              </a:ext>
            </a:extLst>
          </p:cNvPr>
          <p:cNvSpPr/>
          <p:nvPr/>
        </p:nvSpPr>
        <p:spPr>
          <a:xfrm rot="10069226">
            <a:off x="7252194" y="3684128"/>
            <a:ext cx="998718" cy="991732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EFE86D2-0E72-5149-B330-7C76523C430C}"/>
              </a:ext>
            </a:extLst>
          </p:cNvPr>
          <p:cNvSpPr/>
          <p:nvPr/>
        </p:nvSpPr>
        <p:spPr>
          <a:xfrm rot="10069226">
            <a:off x="6619654" y="3303482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9A0C7DB-59E1-EDE6-A20A-9044C25666F6}"/>
              </a:ext>
            </a:extLst>
          </p:cNvPr>
          <p:cNvSpPr/>
          <p:nvPr/>
        </p:nvSpPr>
        <p:spPr>
          <a:xfrm rot="10069226">
            <a:off x="8815512" y="5398872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382CE63-6CB9-CCA4-659D-AA3F079B1E97}"/>
              </a:ext>
            </a:extLst>
          </p:cNvPr>
          <p:cNvSpPr/>
          <p:nvPr/>
        </p:nvSpPr>
        <p:spPr>
          <a:xfrm rot="10069226">
            <a:off x="9801114" y="3682762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8226066-8342-51F4-7D57-69B04F64CEB1}"/>
              </a:ext>
            </a:extLst>
          </p:cNvPr>
          <p:cNvSpPr/>
          <p:nvPr/>
        </p:nvSpPr>
        <p:spPr>
          <a:xfrm rot="10069226">
            <a:off x="8793416" y="4290213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D062A99-2F24-BD55-AB60-EF63B925F789}"/>
              </a:ext>
            </a:extLst>
          </p:cNvPr>
          <p:cNvSpPr/>
          <p:nvPr/>
        </p:nvSpPr>
        <p:spPr>
          <a:xfrm rot="10069226">
            <a:off x="2333059" y="3939664"/>
            <a:ext cx="1220990" cy="1208110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F9E0CDD-1373-ADD0-BA2A-41BA6D8C6ABC}"/>
              </a:ext>
            </a:extLst>
          </p:cNvPr>
          <p:cNvSpPr/>
          <p:nvPr/>
        </p:nvSpPr>
        <p:spPr>
          <a:xfrm rot="10069226">
            <a:off x="10350455" y="1349824"/>
            <a:ext cx="1220990" cy="1208110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2187A73-DAA0-E951-FB94-861BC8C8F71A}"/>
              </a:ext>
            </a:extLst>
          </p:cNvPr>
          <p:cNvSpPr/>
          <p:nvPr/>
        </p:nvSpPr>
        <p:spPr>
          <a:xfrm rot="10069226">
            <a:off x="6593403" y="5088585"/>
            <a:ext cx="1220990" cy="1208110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F9C769B-0253-548A-327B-5F23158DA3CD}"/>
              </a:ext>
            </a:extLst>
          </p:cNvPr>
          <p:cNvSpPr/>
          <p:nvPr/>
        </p:nvSpPr>
        <p:spPr>
          <a:xfrm rot="10069226">
            <a:off x="408732" y="5103043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CAD9CF5-E4F3-9DC1-D133-1D2B8973BC8E}"/>
              </a:ext>
            </a:extLst>
          </p:cNvPr>
          <p:cNvSpPr/>
          <p:nvPr/>
        </p:nvSpPr>
        <p:spPr>
          <a:xfrm rot="10069226">
            <a:off x="753969" y="4178554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E865F7-7E27-BCE1-A3F9-0C714D31A8B1}"/>
              </a:ext>
            </a:extLst>
          </p:cNvPr>
          <p:cNvSpPr/>
          <p:nvPr/>
        </p:nvSpPr>
        <p:spPr>
          <a:xfrm rot="10069226">
            <a:off x="3083520" y="1843201"/>
            <a:ext cx="620706" cy="616365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A9792BF-FBED-CB54-BD4F-6D38AEF69B05}"/>
              </a:ext>
            </a:extLst>
          </p:cNvPr>
          <p:cNvSpPr/>
          <p:nvPr/>
        </p:nvSpPr>
        <p:spPr>
          <a:xfrm rot="10069226">
            <a:off x="3422374" y="1084379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9EB386F4-5A46-4888-FAEE-C0F835B4A950}"/>
              </a:ext>
            </a:extLst>
          </p:cNvPr>
          <p:cNvSpPr/>
          <p:nvPr/>
        </p:nvSpPr>
        <p:spPr>
          <a:xfrm rot="10069226">
            <a:off x="1739445" y="3563044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96DC9A4-2C9E-7B7F-2B27-9FFF424A2365}"/>
              </a:ext>
            </a:extLst>
          </p:cNvPr>
          <p:cNvSpPr/>
          <p:nvPr/>
        </p:nvSpPr>
        <p:spPr>
          <a:xfrm rot="10069226">
            <a:off x="181784" y="2309251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E8485C04-D461-C759-CDCA-FB11B0D6BF5B}"/>
              </a:ext>
            </a:extLst>
          </p:cNvPr>
          <p:cNvSpPr/>
          <p:nvPr/>
        </p:nvSpPr>
        <p:spPr>
          <a:xfrm rot="10069226">
            <a:off x="7965056" y="2807089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C9558AE-0732-3F0B-2D0E-8253A0718805}"/>
              </a:ext>
            </a:extLst>
          </p:cNvPr>
          <p:cNvSpPr/>
          <p:nvPr/>
        </p:nvSpPr>
        <p:spPr>
          <a:xfrm rot="10069226">
            <a:off x="151406" y="3111459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528065F-C66D-48B9-492C-93F04CE69E90}"/>
              </a:ext>
            </a:extLst>
          </p:cNvPr>
          <p:cNvSpPr/>
          <p:nvPr/>
        </p:nvSpPr>
        <p:spPr>
          <a:xfrm rot="10069226">
            <a:off x="4736147" y="4678659"/>
            <a:ext cx="1220990" cy="1208110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72E7081-DB8E-5FCA-FE3D-7A63A443D47D}"/>
              </a:ext>
            </a:extLst>
          </p:cNvPr>
          <p:cNvSpPr/>
          <p:nvPr/>
        </p:nvSpPr>
        <p:spPr>
          <a:xfrm rot="10069226">
            <a:off x="1275856" y="4905883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FEEF418-301E-A882-D6F3-50BA99962749}"/>
              </a:ext>
            </a:extLst>
          </p:cNvPr>
          <p:cNvSpPr/>
          <p:nvPr/>
        </p:nvSpPr>
        <p:spPr>
          <a:xfrm rot="10069226">
            <a:off x="19316767" y="4130381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9086A8C-66DD-540B-C8F1-5682234B52B4}"/>
              </a:ext>
            </a:extLst>
          </p:cNvPr>
          <p:cNvSpPr/>
          <p:nvPr/>
        </p:nvSpPr>
        <p:spPr>
          <a:xfrm rot="10069226">
            <a:off x="11277320" y="4754698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15E099F-07AF-658F-1A66-E19BDE6A621A}"/>
              </a:ext>
            </a:extLst>
          </p:cNvPr>
          <p:cNvSpPr/>
          <p:nvPr/>
        </p:nvSpPr>
        <p:spPr>
          <a:xfrm rot="10069226">
            <a:off x="10705135" y="2885395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DF21E0D-5DFF-D6B9-E3F9-D9113C318AB7}"/>
              </a:ext>
            </a:extLst>
          </p:cNvPr>
          <p:cNvSpPr/>
          <p:nvPr/>
        </p:nvSpPr>
        <p:spPr>
          <a:xfrm rot="10069226">
            <a:off x="10092888" y="4851077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64FFEA3-347A-A4C3-5AD3-4CB31B7CEA20}"/>
              </a:ext>
            </a:extLst>
          </p:cNvPr>
          <p:cNvSpPr/>
          <p:nvPr/>
        </p:nvSpPr>
        <p:spPr>
          <a:xfrm rot="10069226">
            <a:off x="5989905" y="1121157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87412773-220F-6D66-C192-03A0F6CC5906}"/>
              </a:ext>
            </a:extLst>
          </p:cNvPr>
          <p:cNvSpPr/>
          <p:nvPr/>
        </p:nvSpPr>
        <p:spPr>
          <a:xfrm rot="10069226">
            <a:off x="11678231" y="832027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1128496-123F-E501-F904-683BCFCEF009}"/>
              </a:ext>
            </a:extLst>
          </p:cNvPr>
          <p:cNvSpPr/>
          <p:nvPr/>
        </p:nvSpPr>
        <p:spPr>
          <a:xfrm rot="10069226">
            <a:off x="11476760" y="3727780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23D20AE-2997-2AE0-2648-950765FB3F04}"/>
              </a:ext>
            </a:extLst>
          </p:cNvPr>
          <p:cNvSpPr/>
          <p:nvPr/>
        </p:nvSpPr>
        <p:spPr>
          <a:xfrm rot="10069226">
            <a:off x="9543188" y="1718278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101C489C-7875-364C-3EAE-4C8AF264C420}"/>
              </a:ext>
            </a:extLst>
          </p:cNvPr>
          <p:cNvSpPr/>
          <p:nvPr/>
        </p:nvSpPr>
        <p:spPr>
          <a:xfrm rot="10069226">
            <a:off x="3435968" y="5454312"/>
            <a:ext cx="339462" cy="337088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38150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6ED72-F837-DCE0-C2A4-CFAF758D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818740-D67A-41A3-CE22-E79AFB41165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E529A72-B881-5A76-2F27-F86E3BF41F1C}"/>
              </a:ext>
            </a:extLst>
          </p:cNvPr>
          <p:cNvSpPr/>
          <p:nvPr/>
        </p:nvSpPr>
        <p:spPr>
          <a:xfrm>
            <a:off x="657727" y="1238555"/>
            <a:ext cx="753979" cy="7487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F6E5B0F-1E12-5FC3-6B8A-982CC139B61F}"/>
              </a:ext>
            </a:extLst>
          </p:cNvPr>
          <p:cNvSpPr/>
          <p:nvPr/>
        </p:nvSpPr>
        <p:spPr>
          <a:xfrm>
            <a:off x="2702107" y="2823161"/>
            <a:ext cx="385999" cy="383299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049A112-27FA-6BA9-7B04-3B7D6C5B07A3}"/>
              </a:ext>
            </a:extLst>
          </p:cNvPr>
          <p:cNvSpPr/>
          <p:nvPr/>
        </p:nvSpPr>
        <p:spPr>
          <a:xfrm>
            <a:off x="1133992" y="2628022"/>
            <a:ext cx="582513" cy="5784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B6A9626-E791-903C-5647-7EFDB4D72CD4}"/>
              </a:ext>
            </a:extLst>
          </p:cNvPr>
          <p:cNvSpPr/>
          <p:nvPr/>
        </p:nvSpPr>
        <p:spPr>
          <a:xfrm>
            <a:off x="2119594" y="911912"/>
            <a:ext cx="582513" cy="5784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816E95-E142-5077-7F54-FFF54B4E619A}"/>
              </a:ext>
            </a:extLst>
          </p:cNvPr>
          <p:cNvSpPr/>
          <p:nvPr/>
        </p:nvSpPr>
        <p:spPr>
          <a:xfrm>
            <a:off x="1926594" y="1965106"/>
            <a:ext cx="385999" cy="38329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6C49A0-CC88-DDA2-096B-EEEAD8640CEF}"/>
              </a:ext>
            </a:extLst>
          </p:cNvPr>
          <p:cNvSpPr/>
          <p:nvPr/>
        </p:nvSpPr>
        <p:spPr>
          <a:xfrm rot="10069226">
            <a:off x="4221272" y="2442597"/>
            <a:ext cx="998718" cy="9917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7DB792-E834-518C-FA5D-BD1AFFF2A980}"/>
              </a:ext>
            </a:extLst>
          </p:cNvPr>
          <p:cNvSpPr/>
          <p:nvPr/>
        </p:nvSpPr>
        <p:spPr>
          <a:xfrm rot="10069226">
            <a:off x="6254484" y="4041137"/>
            <a:ext cx="511293" cy="5077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104A5B-B2F0-C635-EAD1-64A7794B5F31}"/>
              </a:ext>
            </a:extLst>
          </p:cNvPr>
          <p:cNvSpPr/>
          <p:nvPr/>
        </p:nvSpPr>
        <p:spPr>
          <a:xfrm rot="10069226">
            <a:off x="3971175" y="3662708"/>
            <a:ext cx="771595" cy="7661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65BCFB-0E34-862E-20C5-ECCFEC8BC0FB}"/>
              </a:ext>
            </a:extLst>
          </p:cNvPr>
          <p:cNvSpPr/>
          <p:nvPr/>
        </p:nvSpPr>
        <p:spPr>
          <a:xfrm rot="10069226">
            <a:off x="5677935" y="2122447"/>
            <a:ext cx="771595" cy="7661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52EA767-3B9A-92B7-DD9A-9DEEA6C96D37}"/>
              </a:ext>
            </a:extLst>
          </p:cNvPr>
          <p:cNvSpPr/>
          <p:nvPr/>
        </p:nvSpPr>
        <p:spPr>
          <a:xfrm rot="10069226">
            <a:off x="5478971" y="3183082"/>
            <a:ext cx="511293" cy="5077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C94F72-7C6B-86A9-12E7-5FC0CA16F304}"/>
              </a:ext>
            </a:extLst>
          </p:cNvPr>
          <p:cNvSpPr/>
          <p:nvPr/>
        </p:nvSpPr>
        <p:spPr>
          <a:xfrm rot="10069226">
            <a:off x="7041181" y="1092399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8CC2CF-44D0-3B8A-59BA-9C8296D68A0D}"/>
              </a:ext>
            </a:extLst>
          </p:cNvPr>
          <p:cNvSpPr/>
          <p:nvPr/>
        </p:nvSpPr>
        <p:spPr>
          <a:xfrm rot="10069226">
            <a:off x="9074393" y="2690939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C1C09BF-6BAE-AE95-0480-0DFDBAC899E1}"/>
              </a:ext>
            </a:extLst>
          </p:cNvPr>
          <p:cNvSpPr/>
          <p:nvPr/>
        </p:nvSpPr>
        <p:spPr>
          <a:xfrm rot="10069226">
            <a:off x="4378701" y="934936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C300C01-51C2-EE3A-7BEE-D765A3DBBE9A}"/>
              </a:ext>
            </a:extLst>
          </p:cNvPr>
          <p:cNvSpPr/>
          <p:nvPr/>
        </p:nvSpPr>
        <p:spPr>
          <a:xfrm rot="10069226">
            <a:off x="8497844" y="772249"/>
            <a:ext cx="771595" cy="76619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1C407B7-7227-B283-82E7-699B07CFCF3A}"/>
              </a:ext>
            </a:extLst>
          </p:cNvPr>
          <p:cNvSpPr/>
          <p:nvPr/>
        </p:nvSpPr>
        <p:spPr>
          <a:xfrm rot="10069226">
            <a:off x="8298880" y="1832884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7266D02-40A0-A8A2-D98D-9D9EAB5E5964}"/>
              </a:ext>
            </a:extLst>
          </p:cNvPr>
          <p:cNvSpPr/>
          <p:nvPr/>
        </p:nvSpPr>
        <p:spPr>
          <a:xfrm rot="10069226">
            <a:off x="7252194" y="3684128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91F457F-610D-F98D-CE25-4DDDFA5CE700}"/>
              </a:ext>
            </a:extLst>
          </p:cNvPr>
          <p:cNvSpPr/>
          <p:nvPr/>
        </p:nvSpPr>
        <p:spPr>
          <a:xfrm rot="10069226">
            <a:off x="6619654" y="3303482"/>
            <a:ext cx="339462" cy="3370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708DCBD-E3EC-7857-00E4-239C164009BB}"/>
              </a:ext>
            </a:extLst>
          </p:cNvPr>
          <p:cNvSpPr/>
          <p:nvPr/>
        </p:nvSpPr>
        <p:spPr>
          <a:xfrm rot="10069226">
            <a:off x="8815512" y="539887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FF52EED-E471-CF03-6F74-4A8E4B4FBAEE}"/>
              </a:ext>
            </a:extLst>
          </p:cNvPr>
          <p:cNvSpPr/>
          <p:nvPr/>
        </p:nvSpPr>
        <p:spPr>
          <a:xfrm rot="10069226">
            <a:off x="9801114" y="368276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F0136B2-AC20-3638-8731-4272206E52AE}"/>
              </a:ext>
            </a:extLst>
          </p:cNvPr>
          <p:cNvSpPr/>
          <p:nvPr/>
        </p:nvSpPr>
        <p:spPr>
          <a:xfrm rot="10069226">
            <a:off x="8793416" y="4290213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F580F32-D178-E1E7-46CF-489F52981EEE}"/>
              </a:ext>
            </a:extLst>
          </p:cNvPr>
          <p:cNvSpPr/>
          <p:nvPr/>
        </p:nvSpPr>
        <p:spPr>
          <a:xfrm rot="10069226">
            <a:off x="2333059" y="3939664"/>
            <a:ext cx="1220990" cy="12081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4767CCE-CABB-141A-CA44-E96F070C2DB7}"/>
              </a:ext>
            </a:extLst>
          </p:cNvPr>
          <p:cNvSpPr/>
          <p:nvPr/>
        </p:nvSpPr>
        <p:spPr>
          <a:xfrm rot="10069226">
            <a:off x="10350455" y="1349824"/>
            <a:ext cx="1220990" cy="120811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6C690BB-6FD2-4BF6-7264-7D9F05EDA025}"/>
              </a:ext>
            </a:extLst>
          </p:cNvPr>
          <p:cNvSpPr/>
          <p:nvPr/>
        </p:nvSpPr>
        <p:spPr>
          <a:xfrm rot="10069226">
            <a:off x="6593403" y="5088585"/>
            <a:ext cx="1220990" cy="12081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03E1E97-5099-5C52-ED7B-C15198CF6D23}"/>
              </a:ext>
            </a:extLst>
          </p:cNvPr>
          <p:cNvSpPr/>
          <p:nvPr/>
        </p:nvSpPr>
        <p:spPr>
          <a:xfrm rot="10069226">
            <a:off x="408732" y="5103043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4837E1A-945B-151E-41B2-6A3F115D1B42}"/>
              </a:ext>
            </a:extLst>
          </p:cNvPr>
          <p:cNvSpPr/>
          <p:nvPr/>
        </p:nvSpPr>
        <p:spPr>
          <a:xfrm rot="10069226">
            <a:off x="753969" y="4178554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BB94C0A-1E97-6696-AC39-4D060D6B5D93}"/>
              </a:ext>
            </a:extLst>
          </p:cNvPr>
          <p:cNvSpPr/>
          <p:nvPr/>
        </p:nvSpPr>
        <p:spPr>
          <a:xfrm rot="10069226">
            <a:off x="3083520" y="1843201"/>
            <a:ext cx="620706" cy="616365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DAC3C01-D042-0BC8-6F1D-E8501A4A1663}"/>
              </a:ext>
            </a:extLst>
          </p:cNvPr>
          <p:cNvSpPr/>
          <p:nvPr/>
        </p:nvSpPr>
        <p:spPr>
          <a:xfrm rot="10069226">
            <a:off x="3422374" y="1084379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403919-0A1C-57F0-B646-B5A13B5221EF}"/>
              </a:ext>
            </a:extLst>
          </p:cNvPr>
          <p:cNvSpPr/>
          <p:nvPr/>
        </p:nvSpPr>
        <p:spPr>
          <a:xfrm rot="10069226">
            <a:off x="1739445" y="3563044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1159A23-0F4E-9D7D-87F4-94A8FE8A1734}"/>
              </a:ext>
            </a:extLst>
          </p:cNvPr>
          <p:cNvSpPr/>
          <p:nvPr/>
        </p:nvSpPr>
        <p:spPr>
          <a:xfrm rot="10069226">
            <a:off x="181784" y="2309251"/>
            <a:ext cx="395349" cy="39258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FD7475E-D4D3-0DE0-F930-2436B63351B1}"/>
              </a:ext>
            </a:extLst>
          </p:cNvPr>
          <p:cNvSpPr/>
          <p:nvPr/>
        </p:nvSpPr>
        <p:spPr>
          <a:xfrm rot="10069226">
            <a:off x="7965056" y="2807089"/>
            <a:ext cx="395349" cy="392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0BEC268E-7170-A0E9-03BB-6744FE50A1F8}"/>
              </a:ext>
            </a:extLst>
          </p:cNvPr>
          <p:cNvSpPr/>
          <p:nvPr/>
        </p:nvSpPr>
        <p:spPr>
          <a:xfrm rot="10069226">
            <a:off x="151406" y="3111459"/>
            <a:ext cx="771595" cy="76619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0A6A53D0-0E35-BAA5-67E3-0D775B7C8D7C}"/>
              </a:ext>
            </a:extLst>
          </p:cNvPr>
          <p:cNvSpPr/>
          <p:nvPr/>
        </p:nvSpPr>
        <p:spPr>
          <a:xfrm rot="10069226">
            <a:off x="4736147" y="4678659"/>
            <a:ext cx="1220990" cy="12081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720A2A9-65FE-A4BB-98E6-FD791DA73E26}"/>
              </a:ext>
            </a:extLst>
          </p:cNvPr>
          <p:cNvSpPr/>
          <p:nvPr/>
        </p:nvSpPr>
        <p:spPr>
          <a:xfrm rot="10069226">
            <a:off x="1275856" y="4905883"/>
            <a:ext cx="771595" cy="7661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CDD5532-748D-891A-F492-989B84B396B2}"/>
              </a:ext>
            </a:extLst>
          </p:cNvPr>
          <p:cNvSpPr/>
          <p:nvPr/>
        </p:nvSpPr>
        <p:spPr>
          <a:xfrm rot="10069226">
            <a:off x="19316767" y="4130381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ADB0AAB-71AF-71D8-1F05-A1D13FC5E6D1}"/>
              </a:ext>
            </a:extLst>
          </p:cNvPr>
          <p:cNvSpPr/>
          <p:nvPr/>
        </p:nvSpPr>
        <p:spPr>
          <a:xfrm rot="10069226">
            <a:off x="11277320" y="4754698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1636588-0703-45D7-2B3F-495E4A2F7A9A}"/>
              </a:ext>
            </a:extLst>
          </p:cNvPr>
          <p:cNvSpPr/>
          <p:nvPr/>
        </p:nvSpPr>
        <p:spPr>
          <a:xfrm rot="10069226">
            <a:off x="10705135" y="2885395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BB1161E-C0C2-DD4D-6710-215E5D36F378}"/>
              </a:ext>
            </a:extLst>
          </p:cNvPr>
          <p:cNvSpPr/>
          <p:nvPr/>
        </p:nvSpPr>
        <p:spPr>
          <a:xfrm rot="10069226">
            <a:off x="10092888" y="4851077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5C3755A-8530-4761-B81B-9F78AD641B0F}"/>
              </a:ext>
            </a:extLst>
          </p:cNvPr>
          <p:cNvSpPr/>
          <p:nvPr/>
        </p:nvSpPr>
        <p:spPr>
          <a:xfrm rot="10069226">
            <a:off x="5989905" y="1121157"/>
            <a:ext cx="339462" cy="3370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19C157C-0170-1E95-C281-DEF23D70E26D}"/>
              </a:ext>
            </a:extLst>
          </p:cNvPr>
          <p:cNvSpPr/>
          <p:nvPr/>
        </p:nvSpPr>
        <p:spPr>
          <a:xfrm rot="10069226">
            <a:off x="11678231" y="832027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B453DEC-3DA9-7578-468A-1A8F1F644DFD}"/>
              </a:ext>
            </a:extLst>
          </p:cNvPr>
          <p:cNvSpPr/>
          <p:nvPr/>
        </p:nvSpPr>
        <p:spPr>
          <a:xfrm rot="10069226">
            <a:off x="11476760" y="3727780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A64F972-77B7-09B1-1F6E-AE7B47DA1879}"/>
              </a:ext>
            </a:extLst>
          </p:cNvPr>
          <p:cNvSpPr/>
          <p:nvPr/>
        </p:nvSpPr>
        <p:spPr>
          <a:xfrm rot="10069226">
            <a:off x="9543188" y="1718278"/>
            <a:ext cx="339462" cy="33708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05B0089-37AC-CCAC-6CB1-6F70AAD4144A}"/>
              </a:ext>
            </a:extLst>
          </p:cNvPr>
          <p:cNvSpPr/>
          <p:nvPr/>
        </p:nvSpPr>
        <p:spPr>
          <a:xfrm rot="10069226">
            <a:off x="3435968" y="5454312"/>
            <a:ext cx="339462" cy="337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7414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7BBD-3C04-BDA1-777A-21F22E92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32EDB3F-9F9B-7C7C-E50A-803EE75AE3C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D702C9B-64A9-803A-4445-97BC43220A75}"/>
              </a:ext>
            </a:extLst>
          </p:cNvPr>
          <p:cNvSpPr/>
          <p:nvPr/>
        </p:nvSpPr>
        <p:spPr>
          <a:xfrm>
            <a:off x="657727" y="1238555"/>
            <a:ext cx="753979" cy="74870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B62B217-D1FD-31B6-98CA-15C3F02F1435}"/>
              </a:ext>
            </a:extLst>
          </p:cNvPr>
          <p:cNvSpPr/>
          <p:nvPr/>
        </p:nvSpPr>
        <p:spPr>
          <a:xfrm>
            <a:off x="2857649" y="1399809"/>
            <a:ext cx="385999" cy="383299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C2E1D2-7073-3C5D-8B42-05EB8D17ABC9}"/>
              </a:ext>
            </a:extLst>
          </p:cNvPr>
          <p:cNvSpPr/>
          <p:nvPr/>
        </p:nvSpPr>
        <p:spPr>
          <a:xfrm>
            <a:off x="1133992" y="2628022"/>
            <a:ext cx="582513" cy="5784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7CF6C5-404B-8F0D-EBE5-A5880AE9BD22}"/>
              </a:ext>
            </a:extLst>
          </p:cNvPr>
          <p:cNvSpPr/>
          <p:nvPr/>
        </p:nvSpPr>
        <p:spPr>
          <a:xfrm>
            <a:off x="1186692" y="3456025"/>
            <a:ext cx="582513" cy="57843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7A110C-84D0-7D26-138B-E73A66AD97D2}"/>
              </a:ext>
            </a:extLst>
          </p:cNvPr>
          <p:cNvSpPr/>
          <p:nvPr/>
        </p:nvSpPr>
        <p:spPr>
          <a:xfrm>
            <a:off x="880078" y="2122244"/>
            <a:ext cx="385999" cy="38329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3902DF4-79E2-B77F-ADF7-A30E04A79288}"/>
              </a:ext>
            </a:extLst>
          </p:cNvPr>
          <p:cNvSpPr/>
          <p:nvPr/>
        </p:nvSpPr>
        <p:spPr>
          <a:xfrm rot="10069226">
            <a:off x="6607260" y="403326"/>
            <a:ext cx="998718" cy="99173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B5F82A5-1D74-7124-1636-29AD5EA7D59D}"/>
              </a:ext>
            </a:extLst>
          </p:cNvPr>
          <p:cNvSpPr/>
          <p:nvPr/>
        </p:nvSpPr>
        <p:spPr>
          <a:xfrm rot="10069226">
            <a:off x="5715454" y="2396627"/>
            <a:ext cx="511293" cy="5077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BE879C-C57D-0D5F-1D0F-CD31E58A1825}"/>
              </a:ext>
            </a:extLst>
          </p:cNvPr>
          <p:cNvSpPr/>
          <p:nvPr/>
        </p:nvSpPr>
        <p:spPr>
          <a:xfrm rot="10069226">
            <a:off x="3971175" y="3662708"/>
            <a:ext cx="771595" cy="7661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5229715-03ED-CD4B-751C-1B2506BBF375}"/>
              </a:ext>
            </a:extLst>
          </p:cNvPr>
          <p:cNvSpPr/>
          <p:nvPr/>
        </p:nvSpPr>
        <p:spPr>
          <a:xfrm rot="10069226">
            <a:off x="6194646" y="1472581"/>
            <a:ext cx="771595" cy="76619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DD528FF-8EF6-6092-C4CF-C1BE96B07927}"/>
              </a:ext>
            </a:extLst>
          </p:cNvPr>
          <p:cNvSpPr/>
          <p:nvPr/>
        </p:nvSpPr>
        <p:spPr>
          <a:xfrm rot="10069226">
            <a:off x="5412003" y="1530804"/>
            <a:ext cx="511293" cy="50771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F7476AA-34DB-AB63-C971-6BB1EC77B2B4}"/>
              </a:ext>
            </a:extLst>
          </p:cNvPr>
          <p:cNvSpPr/>
          <p:nvPr/>
        </p:nvSpPr>
        <p:spPr>
          <a:xfrm rot="10069226">
            <a:off x="10460865" y="1583441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A35575A-E145-78D8-F38F-81A21CF26726}"/>
              </a:ext>
            </a:extLst>
          </p:cNvPr>
          <p:cNvSpPr/>
          <p:nvPr/>
        </p:nvSpPr>
        <p:spPr>
          <a:xfrm rot="10069226">
            <a:off x="9707052" y="2352054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86F820C-C944-B28E-26B1-CB96D1F1CC9B}"/>
              </a:ext>
            </a:extLst>
          </p:cNvPr>
          <p:cNvSpPr/>
          <p:nvPr/>
        </p:nvSpPr>
        <p:spPr>
          <a:xfrm rot="10069226">
            <a:off x="4378701" y="934936"/>
            <a:ext cx="771595" cy="76619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D46F4EC-6604-3E74-ABDA-41B9ADEE395D}"/>
              </a:ext>
            </a:extLst>
          </p:cNvPr>
          <p:cNvSpPr/>
          <p:nvPr/>
        </p:nvSpPr>
        <p:spPr>
          <a:xfrm rot="10069226">
            <a:off x="8497844" y="772249"/>
            <a:ext cx="771595" cy="76619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979877DC-EA6E-3ACB-F036-B153AEAFD9F7}"/>
              </a:ext>
            </a:extLst>
          </p:cNvPr>
          <p:cNvSpPr/>
          <p:nvPr/>
        </p:nvSpPr>
        <p:spPr>
          <a:xfrm rot="10069226">
            <a:off x="8298880" y="1832884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E996AA69-5E8D-6C64-8F5C-6D98862F55C4}"/>
              </a:ext>
            </a:extLst>
          </p:cNvPr>
          <p:cNvSpPr/>
          <p:nvPr/>
        </p:nvSpPr>
        <p:spPr>
          <a:xfrm rot="10069226">
            <a:off x="10819461" y="466286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20B8A1A-6F79-BED3-82A3-1576C9A1B9AC}"/>
              </a:ext>
            </a:extLst>
          </p:cNvPr>
          <p:cNvSpPr/>
          <p:nvPr/>
        </p:nvSpPr>
        <p:spPr>
          <a:xfrm rot="10069226">
            <a:off x="7197198" y="1563894"/>
            <a:ext cx="339462" cy="3370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6FB64C4-EFFF-D6B5-D3FD-A6E5361DD17B}"/>
              </a:ext>
            </a:extLst>
          </p:cNvPr>
          <p:cNvSpPr/>
          <p:nvPr/>
        </p:nvSpPr>
        <p:spPr>
          <a:xfrm rot="10069226">
            <a:off x="8815512" y="539887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041737-61CB-5434-2BF4-905ABB719F2D}"/>
              </a:ext>
            </a:extLst>
          </p:cNvPr>
          <p:cNvSpPr/>
          <p:nvPr/>
        </p:nvSpPr>
        <p:spPr>
          <a:xfrm rot="10069226">
            <a:off x="9801114" y="368276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86CE160-DF9D-706E-526F-35BD197245BA}"/>
              </a:ext>
            </a:extLst>
          </p:cNvPr>
          <p:cNvSpPr/>
          <p:nvPr/>
        </p:nvSpPr>
        <p:spPr>
          <a:xfrm rot="10069226">
            <a:off x="9962192" y="744348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F6FBECE-1619-C99F-6C02-416A8A1C67CD}"/>
              </a:ext>
            </a:extLst>
          </p:cNvPr>
          <p:cNvSpPr/>
          <p:nvPr/>
        </p:nvSpPr>
        <p:spPr>
          <a:xfrm rot="10069226">
            <a:off x="2333059" y="3939664"/>
            <a:ext cx="1220990" cy="12081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1CFC1BB-860E-FF19-2F8B-2BFFB1F81B90}"/>
              </a:ext>
            </a:extLst>
          </p:cNvPr>
          <p:cNvSpPr/>
          <p:nvPr/>
        </p:nvSpPr>
        <p:spPr>
          <a:xfrm rot="10069226">
            <a:off x="10758549" y="5453932"/>
            <a:ext cx="1220990" cy="120811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239EE7-C5BA-77E5-C318-B650794A01C5}"/>
              </a:ext>
            </a:extLst>
          </p:cNvPr>
          <p:cNvSpPr/>
          <p:nvPr/>
        </p:nvSpPr>
        <p:spPr>
          <a:xfrm rot="10069226">
            <a:off x="5053327" y="3915337"/>
            <a:ext cx="774971" cy="75056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7F23956-789B-2B20-73C8-2B6115E07659}"/>
              </a:ext>
            </a:extLst>
          </p:cNvPr>
          <p:cNvSpPr/>
          <p:nvPr/>
        </p:nvSpPr>
        <p:spPr>
          <a:xfrm rot="10069226">
            <a:off x="2932068" y="482042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8C10A5D-AECF-D90D-82AB-14214365EBB6}"/>
              </a:ext>
            </a:extLst>
          </p:cNvPr>
          <p:cNvSpPr/>
          <p:nvPr/>
        </p:nvSpPr>
        <p:spPr>
          <a:xfrm rot="10069226">
            <a:off x="4080083" y="1970285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54C462A-E481-3BC6-4062-350C54C9A38C}"/>
              </a:ext>
            </a:extLst>
          </p:cNvPr>
          <p:cNvSpPr/>
          <p:nvPr/>
        </p:nvSpPr>
        <p:spPr>
          <a:xfrm rot="10069226">
            <a:off x="3083520" y="1843201"/>
            <a:ext cx="620706" cy="616365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BFE3196-86E7-12BA-F03F-773A5C656B1F}"/>
              </a:ext>
            </a:extLst>
          </p:cNvPr>
          <p:cNvSpPr/>
          <p:nvPr/>
        </p:nvSpPr>
        <p:spPr>
          <a:xfrm rot="10069226">
            <a:off x="3422374" y="1084379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6FBD545-8B07-9B7C-EE83-FDF6BCE02291}"/>
              </a:ext>
            </a:extLst>
          </p:cNvPr>
          <p:cNvSpPr/>
          <p:nvPr/>
        </p:nvSpPr>
        <p:spPr>
          <a:xfrm rot="10069226">
            <a:off x="3881789" y="435580"/>
            <a:ext cx="395349" cy="39258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FD71F3E-61AC-2108-7393-BBF3C0F87A5F}"/>
              </a:ext>
            </a:extLst>
          </p:cNvPr>
          <p:cNvSpPr/>
          <p:nvPr/>
        </p:nvSpPr>
        <p:spPr>
          <a:xfrm rot="10069226">
            <a:off x="181784" y="2309251"/>
            <a:ext cx="395349" cy="39258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A180383-FC7A-DB1F-9BE1-3AB5763C3C4B}"/>
              </a:ext>
            </a:extLst>
          </p:cNvPr>
          <p:cNvSpPr/>
          <p:nvPr/>
        </p:nvSpPr>
        <p:spPr>
          <a:xfrm rot="10069226">
            <a:off x="8968839" y="2158847"/>
            <a:ext cx="395349" cy="392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E59B194-E5A3-86A9-7302-627D3637736D}"/>
              </a:ext>
            </a:extLst>
          </p:cNvPr>
          <p:cNvSpPr/>
          <p:nvPr/>
        </p:nvSpPr>
        <p:spPr>
          <a:xfrm rot="10069226">
            <a:off x="151406" y="3111459"/>
            <a:ext cx="771595" cy="766197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C13728D-5CDC-BE7C-1C56-BCE8B14E8E0D}"/>
              </a:ext>
            </a:extLst>
          </p:cNvPr>
          <p:cNvSpPr/>
          <p:nvPr/>
        </p:nvSpPr>
        <p:spPr>
          <a:xfrm rot="10069226">
            <a:off x="3976394" y="4564016"/>
            <a:ext cx="1220990" cy="120811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0E9FAAC-7C5F-7BE2-BD9B-4CA7BF5451B3}"/>
              </a:ext>
            </a:extLst>
          </p:cNvPr>
          <p:cNvSpPr/>
          <p:nvPr/>
        </p:nvSpPr>
        <p:spPr>
          <a:xfrm rot="10069226">
            <a:off x="2296787" y="5355087"/>
            <a:ext cx="771595" cy="76619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D6EBC9B-350D-8E13-4CAE-0715F174EEA2}"/>
              </a:ext>
            </a:extLst>
          </p:cNvPr>
          <p:cNvSpPr/>
          <p:nvPr/>
        </p:nvSpPr>
        <p:spPr>
          <a:xfrm rot="10069226">
            <a:off x="19316767" y="4130381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2A2789A-0307-A20B-7DF1-45CBC0843545}"/>
              </a:ext>
            </a:extLst>
          </p:cNvPr>
          <p:cNvSpPr/>
          <p:nvPr/>
        </p:nvSpPr>
        <p:spPr>
          <a:xfrm rot="10069226">
            <a:off x="11277320" y="4754698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5FD280C-2C7E-8A8A-A77C-71108B419061}"/>
              </a:ext>
            </a:extLst>
          </p:cNvPr>
          <p:cNvSpPr/>
          <p:nvPr/>
        </p:nvSpPr>
        <p:spPr>
          <a:xfrm rot="10069226">
            <a:off x="9951352" y="5965554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C488F4B-38AC-3E5A-1F2F-3133C60F9D96}"/>
              </a:ext>
            </a:extLst>
          </p:cNvPr>
          <p:cNvSpPr/>
          <p:nvPr/>
        </p:nvSpPr>
        <p:spPr>
          <a:xfrm rot="10069226">
            <a:off x="10092888" y="4851077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AB1B5A3-BAA2-A74E-609E-E46EEE9D9DAC}"/>
              </a:ext>
            </a:extLst>
          </p:cNvPr>
          <p:cNvSpPr/>
          <p:nvPr/>
        </p:nvSpPr>
        <p:spPr>
          <a:xfrm rot="10069226">
            <a:off x="5989905" y="1121157"/>
            <a:ext cx="339462" cy="33708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4CE227C-C9AA-7A07-801B-202BECCF892F}"/>
              </a:ext>
            </a:extLst>
          </p:cNvPr>
          <p:cNvSpPr/>
          <p:nvPr/>
        </p:nvSpPr>
        <p:spPr>
          <a:xfrm rot="10069226">
            <a:off x="10807616" y="4206301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F06EA80-2714-5D42-8319-4D63B4B465CF}"/>
              </a:ext>
            </a:extLst>
          </p:cNvPr>
          <p:cNvSpPr/>
          <p:nvPr/>
        </p:nvSpPr>
        <p:spPr>
          <a:xfrm rot="10069226">
            <a:off x="11476760" y="3727780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35CA04BE-A0AD-D215-22D2-63FD08160698}"/>
              </a:ext>
            </a:extLst>
          </p:cNvPr>
          <p:cNvSpPr/>
          <p:nvPr/>
        </p:nvSpPr>
        <p:spPr>
          <a:xfrm rot="10069226">
            <a:off x="9543188" y="1718278"/>
            <a:ext cx="339462" cy="33708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3BAA53D-02C5-E562-47BA-332D38E92775}"/>
              </a:ext>
            </a:extLst>
          </p:cNvPr>
          <p:cNvSpPr/>
          <p:nvPr/>
        </p:nvSpPr>
        <p:spPr>
          <a:xfrm rot="10069226">
            <a:off x="3435968" y="5454312"/>
            <a:ext cx="339462" cy="33708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7028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0B208-239A-9B67-A240-C47961AC2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113D80-CE4A-1E7E-E67C-B8301FCBF3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00722D8-1D31-6C8F-952B-2351B42D658E}"/>
              </a:ext>
            </a:extLst>
          </p:cNvPr>
          <p:cNvSpPr/>
          <p:nvPr/>
        </p:nvSpPr>
        <p:spPr>
          <a:xfrm flipV="1">
            <a:off x="657727" y="757236"/>
            <a:ext cx="484709" cy="48131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9AF29DE-4BDA-9BFE-B745-D6711D1530B7}"/>
              </a:ext>
            </a:extLst>
          </p:cNvPr>
          <p:cNvSpPr/>
          <p:nvPr/>
        </p:nvSpPr>
        <p:spPr>
          <a:xfrm>
            <a:off x="2590622" y="1490986"/>
            <a:ext cx="205920" cy="204480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15EE0E8-66FF-5CD6-0882-DDDFFED03A78}"/>
              </a:ext>
            </a:extLst>
          </p:cNvPr>
          <p:cNvSpPr/>
          <p:nvPr/>
        </p:nvSpPr>
        <p:spPr>
          <a:xfrm flipV="1">
            <a:off x="821473" y="1426607"/>
            <a:ext cx="374479" cy="3718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E8A138A-376D-E7B2-C69F-0999EBC982F3}"/>
              </a:ext>
            </a:extLst>
          </p:cNvPr>
          <p:cNvSpPr/>
          <p:nvPr/>
        </p:nvSpPr>
        <p:spPr>
          <a:xfrm flipV="1">
            <a:off x="1341757" y="1612536"/>
            <a:ext cx="374479" cy="37185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19F1874-2ECC-FDF2-376E-39ECCB330D55}"/>
              </a:ext>
            </a:extLst>
          </p:cNvPr>
          <p:cNvSpPr/>
          <p:nvPr/>
        </p:nvSpPr>
        <p:spPr>
          <a:xfrm flipV="1">
            <a:off x="880079" y="1875835"/>
            <a:ext cx="248146" cy="24641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EF30FF-9415-A211-6BA5-634C4FACDAB9}"/>
              </a:ext>
            </a:extLst>
          </p:cNvPr>
          <p:cNvSpPr/>
          <p:nvPr/>
        </p:nvSpPr>
        <p:spPr>
          <a:xfrm rot="10069226">
            <a:off x="3572829" y="2606000"/>
            <a:ext cx="1703472" cy="16915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D269C20-F55C-F74C-2F35-71A442A5B48A}"/>
              </a:ext>
            </a:extLst>
          </p:cNvPr>
          <p:cNvSpPr/>
          <p:nvPr/>
        </p:nvSpPr>
        <p:spPr>
          <a:xfrm rot="10069226">
            <a:off x="10460865" y="1583441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4CA5CEC-57FA-37CC-2474-EB1617051C11}"/>
              </a:ext>
            </a:extLst>
          </p:cNvPr>
          <p:cNvSpPr/>
          <p:nvPr/>
        </p:nvSpPr>
        <p:spPr>
          <a:xfrm rot="10069226">
            <a:off x="9707052" y="2352054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BD09887-4C9E-7C7A-9EC0-DB0E5CD820A5}"/>
              </a:ext>
            </a:extLst>
          </p:cNvPr>
          <p:cNvSpPr/>
          <p:nvPr/>
        </p:nvSpPr>
        <p:spPr>
          <a:xfrm rot="10069226">
            <a:off x="3060919" y="665976"/>
            <a:ext cx="411626" cy="408746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2E7FA32-680A-7FB4-C895-E5B3F9A9AD29}"/>
              </a:ext>
            </a:extLst>
          </p:cNvPr>
          <p:cNvSpPr/>
          <p:nvPr/>
        </p:nvSpPr>
        <p:spPr>
          <a:xfrm rot="10069226">
            <a:off x="8497844" y="772249"/>
            <a:ext cx="771595" cy="76619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EFE08BE-855B-36CE-6AD9-42123B52E1C2}"/>
              </a:ext>
            </a:extLst>
          </p:cNvPr>
          <p:cNvSpPr/>
          <p:nvPr/>
        </p:nvSpPr>
        <p:spPr>
          <a:xfrm rot="10069226">
            <a:off x="8298880" y="1832884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E5D8DEE-118C-2BC9-15F2-D55947E9C1B1}"/>
              </a:ext>
            </a:extLst>
          </p:cNvPr>
          <p:cNvSpPr/>
          <p:nvPr/>
        </p:nvSpPr>
        <p:spPr>
          <a:xfrm rot="10069226">
            <a:off x="10819461" y="466286"/>
            <a:ext cx="998718" cy="991732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B876620-46C9-15F9-0578-6423D9E9D3C7}"/>
              </a:ext>
            </a:extLst>
          </p:cNvPr>
          <p:cNvSpPr/>
          <p:nvPr/>
        </p:nvSpPr>
        <p:spPr>
          <a:xfrm rot="10069226">
            <a:off x="8815512" y="539887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78086C9-B241-59B7-3B96-826E8DE5D19B}"/>
              </a:ext>
            </a:extLst>
          </p:cNvPr>
          <p:cNvSpPr/>
          <p:nvPr/>
        </p:nvSpPr>
        <p:spPr>
          <a:xfrm rot="10069226">
            <a:off x="9801114" y="3682762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1A8297B-24F3-8238-339D-EFE0355DBAEB}"/>
              </a:ext>
            </a:extLst>
          </p:cNvPr>
          <p:cNvSpPr/>
          <p:nvPr/>
        </p:nvSpPr>
        <p:spPr>
          <a:xfrm rot="10069226">
            <a:off x="9962192" y="744348"/>
            <a:ext cx="511293" cy="507717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B904D33-7B71-37C5-7A18-C983717BDB9D}"/>
              </a:ext>
            </a:extLst>
          </p:cNvPr>
          <p:cNvSpPr/>
          <p:nvPr/>
        </p:nvSpPr>
        <p:spPr>
          <a:xfrm rot="10069226">
            <a:off x="578043" y="2386616"/>
            <a:ext cx="2695614" cy="26671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B5E363-180F-DFA0-D1F8-6816E50FAF1E}"/>
              </a:ext>
            </a:extLst>
          </p:cNvPr>
          <p:cNvSpPr/>
          <p:nvPr/>
        </p:nvSpPr>
        <p:spPr>
          <a:xfrm rot="10069226">
            <a:off x="10758549" y="5453932"/>
            <a:ext cx="1220990" cy="120811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9670E17-1A8C-E889-CE4D-C41081AD4EB2}"/>
              </a:ext>
            </a:extLst>
          </p:cNvPr>
          <p:cNvSpPr/>
          <p:nvPr/>
        </p:nvSpPr>
        <p:spPr>
          <a:xfrm rot="10069226">
            <a:off x="6882661" y="2361966"/>
            <a:ext cx="1710925" cy="165703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B046F57-4BBC-A05C-C450-FE1B0A2F0645}"/>
              </a:ext>
            </a:extLst>
          </p:cNvPr>
          <p:cNvSpPr/>
          <p:nvPr/>
        </p:nvSpPr>
        <p:spPr>
          <a:xfrm rot="10069226">
            <a:off x="2686436" y="594945"/>
            <a:ext cx="210908" cy="209433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40C6E19-894F-E22A-51DC-10CDE91E2576}"/>
              </a:ext>
            </a:extLst>
          </p:cNvPr>
          <p:cNvSpPr/>
          <p:nvPr/>
        </p:nvSpPr>
        <p:spPr>
          <a:xfrm rot="10069226">
            <a:off x="3724248" y="1102097"/>
            <a:ext cx="210908" cy="209433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028EE29-1320-F57A-A982-31C23CD669F6}"/>
              </a:ext>
            </a:extLst>
          </p:cNvPr>
          <p:cNvSpPr/>
          <p:nvPr/>
        </p:nvSpPr>
        <p:spPr>
          <a:xfrm rot="10069226">
            <a:off x="2914780" y="1691273"/>
            <a:ext cx="331130" cy="328814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5D486B-8C53-0457-BCE3-47BA7D115806}"/>
              </a:ext>
            </a:extLst>
          </p:cNvPr>
          <p:cNvSpPr/>
          <p:nvPr/>
        </p:nvSpPr>
        <p:spPr>
          <a:xfrm rot="10069226">
            <a:off x="3176742" y="1197282"/>
            <a:ext cx="210908" cy="209433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052C3F-AF4C-50CA-5E9F-F12E347AA795}"/>
              </a:ext>
            </a:extLst>
          </p:cNvPr>
          <p:cNvSpPr/>
          <p:nvPr/>
        </p:nvSpPr>
        <p:spPr>
          <a:xfrm rot="10069226">
            <a:off x="3636157" y="548483"/>
            <a:ext cx="210908" cy="209433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D521CB8-FCD7-2559-83F1-80CF8D15B264}"/>
              </a:ext>
            </a:extLst>
          </p:cNvPr>
          <p:cNvSpPr/>
          <p:nvPr/>
        </p:nvSpPr>
        <p:spPr>
          <a:xfrm rot="10069226" flipV="1">
            <a:off x="1275355" y="1191673"/>
            <a:ext cx="254157" cy="25237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91762271-4520-14F8-21CE-94F68ACD4AD5}"/>
              </a:ext>
            </a:extLst>
          </p:cNvPr>
          <p:cNvSpPr/>
          <p:nvPr/>
        </p:nvSpPr>
        <p:spPr>
          <a:xfrm rot="10069226">
            <a:off x="8968839" y="2158847"/>
            <a:ext cx="395349" cy="392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05232AB-B499-03C3-D469-029ED3104B83}"/>
              </a:ext>
            </a:extLst>
          </p:cNvPr>
          <p:cNvSpPr/>
          <p:nvPr/>
        </p:nvSpPr>
        <p:spPr>
          <a:xfrm rot="10069226" flipV="1">
            <a:off x="223422" y="1322862"/>
            <a:ext cx="496034" cy="49256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DAECDFC-7295-1927-9E5B-BE19FEECA343}"/>
              </a:ext>
            </a:extLst>
          </p:cNvPr>
          <p:cNvSpPr/>
          <p:nvPr/>
        </p:nvSpPr>
        <p:spPr>
          <a:xfrm rot="10069226">
            <a:off x="5368323" y="3990924"/>
            <a:ext cx="2695614" cy="2667178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2BD03D6-049D-E62C-BAAC-814F59867B53}"/>
              </a:ext>
            </a:extLst>
          </p:cNvPr>
          <p:cNvSpPr/>
          <p:nvPr/>
        </p:nvSpPr>
        <p:spPr>
          <a:xfrm rot="10069226">
            <a:off x="2256135" y="4966184"/>
            <a:ext cx="1703472" cy="169155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350E2CB-D242-1F13-AF7A-BFEE260B85AF}"/>
              </a:ext>
            </a:extLst>
          </p:cNvPr>
          <p:cNvSpPr/>
          <p:nvPr/>
        </p:nvSpPr>
        <p:spPr>
          <a:xfrm rot="10069226">
            <a:off x="19316767" y="4130381"/>
            <a:ext cx="511293" cy="507717"/>
          </a:xfrm>
          <a:prstGeom prst="ellipse">
            <a:avLst/>
          </a:prstGeom>
          <a:solidFill>
            <a:srgbClr val="FBA82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0A6B983-8825-0090-3749-FC395266E7AD}"/>
              </a:ext>
            </a:extLst>
          </p:cNvPr>
          <p:cNvSpPr/>
          <p:nvPr/>
        </p:nvSpPr>
        <p:spPr>
          <a:xfrm rot="10069226">
            <a:off x="11277320" y="4754698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FDC0F7A-1F34-26B2-9B0E-F3BB5F527079}"/>
              </a:ext>
            </a:extLst>
          </p:cNvPr>
          <p:cNvSpPr/>
          <p:nvPr/>
        </p:nvSpPr>
        <p:spPr>
          <a:xfrm rot="10069226">
            <a:off x="9951352" y="5965554"/>
            <a:ext cx="395349" cy="392584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5A6D5B2-BAA0-068C-2975-AE2DC92F2AAB}"/>
              </a:ext>
            </a:extLst>
          </p:cNvPr>
          <p:cNvSpPr/>
          <p:nvPr/>
        </p:nvSpPr>
        <p:spPr>
          <a:xfrm rot="10069226">
            <a:off x="10092888" y="4851077"/>
            <a:ext cx="771595" cy="766197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3922EE0-CDAC-E4C0-E7D1-A787CECD223D}"/>
              </a:ext>
            </a:extLst>
          </p:cNvPr>
          <p:cNvSpPr/>
          <p:nvPr/>
        </p:nvSpPr>
        <p:spPr>
          <a:xfrm rot="10069226">
            <a:off x="10807616" y="4206301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E398320-6050-7B0D-A80B-F30081CE226E}"/>
              </a:ext>
            </a:extLst>
          </p:cNvPr>
          <p:cNvSpPr/>
          <p:nvPr/>
        </p:nvSpPr>
        <p:spPr>
          <a:xfrm rot="10069226">
            <a:off x="11476760" y="3727780"/>
            <a:ext cx="339462" cy="337088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120C2AF-CA7C-4AFD-9828-4817F3B24725}"/>
              </a:ext>
            </a:extLst>
          </p:cNvPr>
          <p:cNvSpPr/>
          <p:nvPr/>
        </p:nvSpPr>
        <p:spPr>
          <a:xfrm rot="10069226">
            <a:off x="9543188" y="1718278"/>
            <a:ext cx="339462" cy="337088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291BB48-B2E6-A9DF-5BEB-340AFF3D37DD}"/>
              </a:ext>
            </a:extLst>
          </p:cNvPr>
          <p:cNvSpPr/>
          <p:nvPr/>
        </p:nvSpPr>
        <p:spPr>
          <a:xfrm rot="10069226">
            <a:off x="4570044" y="4454922"/>
            <a:ext cx="749440" cy="7441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73812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6E10-2597-3AFC-99CF-FFBB67F87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88CC96-5CB5-2CA5-FA69-6D6F4C4CA6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C95649-A36C-EFCF-F28C-4A4BC9594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055" y="353997"/>
            <a:ext cx="10939162" cy="61500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B4C823-844B-19B1-C1F8-93E866CDA1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6249" y="2594920"/>
            <a:ext cx="1816442" cy="18164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4E5BA8-0532-5CC9-EF3F-4CEEA050D4F4}"/>
              </a:ext>
            </a:extLst>
          </p:cNvPr>
          <p:cNvSpPr/>
          <p:nvPr/>
        </p:nvSpPr>
        <p:spPr>
          <a:xfrm>
            <a:off x="0" y="96944"/>
            <a:ext cx="12192000" cy="1017259"/>
          </a:xfrm>
          <a:prstGeom prst="rect">
            <a:avLst/>
          </a:prstGeom>
          <a:solidFill>
            <a:srgbClr val="FBF9F5"/>
          </a:solidFill>
          <a:ln>
            <a:solidFill>
              <a:srgbClr val="FBF9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BE2B29-FC46-4229-6326-3938AAEF0931}"/>
              </a:ext>
            </a:extLst>
          </p:cNvPr>
          <p:cNvSpPr txBox="1"/>
          <p:nvPr/>
        </p:nvSpPr>
        <p:spPr>
          <a:xfrm>
            <a:off x="729048" y="542014"/>
            <a:ext cx="4267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+mj-lt"/>
                <a:ea typeface="Silom" pitchFamily="2" charset="-34"/>
                <a:cs typeface="Silom" pitchFamily="2" charset="-34"/>
              </a:rPr>
              <a:t>Patient Preferences</a:t>
            </a:r>
            <a:endParaRPr lang="en-DE" sz="800" b="1" dirty="0"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CE90B0-C5F6-BABD-37DA-CA748AFADBDE}"/>
              </a:ext>
            </a:extLst>
          </p:cNvPr>
          <p:cNvSpPr txBox="1"/>
          <p:nvPr/>
        </p:nvSpPr>
        <p:spPr>
          <a:xfrm>
            <a:off x="7697577" y="535721"/>
            <a:ext cx="42672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3200" b="1" dirty="0">
                <a:latin typeface="+mj-lt"/>
                <a:ea typeface="Silom" pitchFamily="2" charset="-34"/>
                <a:cs typeface="Silom" pitchFamily="2" charset="-34"/>
              </a:rPr>
              <a:t>Data Silos</a:t>
            </a:r>
            <a:endParaRPr lang="en-DE" sz="800" b="1" dirty="0">
              <a:latin typeface="+mj-lt"/>
              <a:ea typeface="Silom" pitchFamily="2" charset="-34"/>
              <a:cs typeface="Silom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8E6A8F-A84B-0C42-0076-8A1B09B41B82}"/>
              </a:ext>
            </a:extLst>
          </p:cNvPr>
          <p:cNvSpPr txBox="1"/>
          <p:nvPr/>
        </p:nvSpPr>
        <p:spPr>
          <a:xfrm>
            <a:off x="4658498" y="4959405"/>
            <a:ext cx="25207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DE" sz="3200" b="1" dirty="0"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ilom" pitchFamily="2" charset="-34"/>
                <a:cs typeface="Silom" pitchFamily="2" charset="-34"/>
              </a:rPr>
              <a:t>Personalized Referral</a:t>
            </a:r>
            <a:endParaRPr lang="en-DE" sz="800" b="1" dirty="0"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lt"/>
              <a:ea typeface="Silom" pitchFamily="2" charset="-34"/>
              <a:cs typeface="Silom" pitchFamily="2" charset="-34"/>
            </a:endParaRPr>
          </a:p>
        </p:txBody>
      </p:sp>
      <p:pic>
        <p:nvPicPr>
          <p:cNvPr id="15" name="Graphic 14" descr="Arrow: Straight with solid fill">
            <a:extLst>
              <a:ext uri="{FF2B5EF4-FFF2-40B4-BE49-F238E27FC236}">
                <a16:creationId xmlns:a16="http://schemas.microsoft.com/office/drawing/2014/main" id="{E7369C56-B1CB-69BC-C375-2A8E39CCA9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5465807" y="413733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882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47</Words>
  <Application>Microsoft Macintosh PowerPoint</Application>
  <PresentationFormat>Widescreen</PresentationFormat>
  <Paragraphs>16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Silom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Sturz</dc:creator>
  <cp:lastModifiedBy>Luis Sturz</cp:lastModifiedBy>
  <cp:revision>5</cp:revision>
  <dcterms:created xsi:type="dcterms:W3CDTF">2026-09-29T21:42:23Z</dcterms:created>
  <dcterms:modified xsi:type="dcterms:W3CDTF">2026-09-29T23:38:24Z</dcterms:modified>
</cp:coreProperties>
</file>